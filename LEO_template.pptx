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</p:sldMasterIdLst>
  <p:notesMasterIdLst>
    <p:notesMasterId r:id="rId5"/>
  </p:notesMaster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28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7678-5C8F-4F05-9155-82A95E79308B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4698F-3707-49F3-97F8-68C7A6686C37}" type="slidenum">
              <a:rPr lang="it-IT" smtClean="0"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75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7CA67-F47A-BCA5-AB72-EC8679D12B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1782693"/>
          </a:xfrm>
        </p:spPr>
        <p:txBody>
          <a:bodyPr anchor="ctr">
            <a:normAutofit/>
          </a:bodyPr>
          <a:lstStyle>
            <a:lvl1pPr algn="ctr">
              <a:defRPr sz="3280" b="1">
                <a:solidFill>
                  <a:srgbClr val="0052A0"/>
                </a:solidFill>
                <a:latin typeface="MetaBold Roman"/>
              </a:defRPr>
            </a:lvl1pPr>
          </a:lstStyle>
          <a:p>
            <a:r>
              <a:rPr lang="en-US" noProof="0" dirty="0"/>
              <a:t>Presentation Title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3064B0-1606-EC11-6585-E7C173E634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65162"/>
            <a:ext cx="9144000" cy="61496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MetaBold Roman"/>
                <a:cs typeface="Lucida Sans Unicode" panose="020B0602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Professor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2446C30-6856-B92C-E158-9E75FA65F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913AE496-DAB0-C15F-1D86-336C403A73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240228"/>
            <a:ext cx="9144000" cy="1069675"/>
          </a:xfrm>
        </p:spPr>
        <p:txBody>
          <a:bodyPr anchor="ctr" anchorCtr="1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 spc="-116" dirty="0" smtClean="0">
                <a:solidFill>
                  <a:srgbClr val="787878"/>
                </a:solidFill>
                <a:latin typeface="MetaBold Roman"/>
                <a:ea typeface="+mn-ea"/>
                <a:cs typeface="Lucida Sans Unicode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University of Würzburg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Summer 2025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193F4F7E-DAB6-EC68-5E6B-DED62F1F87A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476660"/>
            <a:ext cx="2743200" cy="365125"/>
          </a:xfrm>
        </p:spPr>
        <p:txBody>
          <a:bodyPr/>
          <a:lstStyle/>
          <a:p>
            <a:fld id="{A3E4BD65-8E27-4AF8-9B00-7536DD872A88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13238366-BC9C-B27C-958F-8FADB06F4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76660"/>
            <a:ext cx="4114800" cy="365125"/>
          </a:xfrm>
        </p:spPr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C8CA4EE7-EBED-7CCD-9D29-0767550A01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476660"/>
            <a:ext cx="2743200" cy="365125"/>
          </a:xfrm>
        </p:spPr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  <p:pic>
        <p:nvPicPr>
          <p:cNvPr id="4" name="Immagine 7">
            <a:extLst>
              <a:ext uri="{FF2B5EF4-FFF2-40B4-BE49-F238E27FC236}">
                <a16:creationId xmlns:a16="http://schemas.microsoft.com/office/drawing/2014/main" id="{5FC4B362-0EF3-E19A-CC04-15B9257E1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  <p:pic>
        <p:nvPicPr>
          <p:cNvPr id="5" name="Immagine 7">
            <a:extLst>
              <a:ext uri="{FF2B5EF4-FFF2-40B4-BE49-F238E27FC236}">
                <a16:creationId xmlns:a16="http://schemas.microsoft.com/office/drawing/2014/main" id="{BE695412-838F-A9A2-576C-8A53DF66ED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3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7">
            <a:extLst>
              <a:ext uri="{FF2B5EF4-FFF2-40B4-BE49-F238E27FC236}">
                <a16:creationId xmlns:a16="http://schemas.microsoft.com/office/drawing/2014/main" id="{792579C6-0644-0C93-1D04-35AE4B76E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9" name="Immagine 7">
            <a:extLst>
              <a:ext uri="{FF2B5EF4-FFF2-40B4-BE49-F238E27FC236}">
                <a16:creationId xmlns:a16="http://schemas.microsoft.com/office/drawing/2014/main" id="{28B254B4-95D2-C51B-6B46-9B139437A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077703B-39B0-B9F4-3CB3-797A689D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9A8FE0-F9C6-86E0-DA44-90BCE2478F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49082"/>
            <a:ext cx="10515600" cy="4927881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  <a:cs typeface="Lucida Sans Unicode" panose="020B0602030504020204" pitchFamily="34" charset="0"/>
              </a:defRPr>
            </a:lvl2pPr>
            <a:lvl3pPr>
              <a:defRPr sz="1800">
                <a:latin typeface="MetaNormal Roman "/>
                <a:cs typeface="Lucida Sans Unicode" panose="020B0602030504020204" pitchFamily="34" charset="0"/>
              </a:defRPr>
            </a:lvl3pPr>
            <a:lvl4pPr>
              <a:defRPr sz="1400">
                <a:latin typeface="MetaNormal Roman "/>
                <a:cs typeface="Lucida Sans Unicode" panose="020B0602030504020204" pitchFamily="34" charset="0"/>
              </a:defRPr>
            </a:lvl4pPr>
            <a:lvl5pPr>
              <a:defRPr sz="1600">
                <a:latin typeface="MetaNormal Roman "/>
                <a:cs typeface="Lucida Sans Unicode" panose="020B0602030504020204" pitchFamily="34" charset="0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61E8FE-2E5A-F039-BE7E-634A310A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17D0-1760-4EF2-9BA7-382AB707A5B2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1D06A8-1C5F-1771-047C-5332D611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A22FC1-924B-031C-7E08-BE140512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13B8903-A052-596E-6A37-1A2C3C9A4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9737"/>
            <a:ext cx="10515600" cy="952129"/>
          </a:xfrm>
        </p:spPr>
        <p:txBody>
          <a:bodyPr/>
          <a:lstStyle>
            <a:lvl1pPr>
              <a:defRPr>
                <a:latin typeface="MetaBold Roman"/>
              </a:defRPr>
            </a:lvl1pPr>
          </a:lstStyle>
          <a:p>
            <a:r>
              <a:rPr lang="en-US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2317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97ACD2-6E61-548C-E5D4-0511BF313A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taBold Roman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6FB129-C413-E0CD-5392-E1301B5DF65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243107"/>
            <a:ext cx="5181600" cy="4934388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</a:defRPr>
            </a:lvl2pPr>
            <a:lvl3pPr>
              <a:defRPr sz="1800">
                <a:latin typeface="MetaNormal Roman "/>
              </a:defRPr>
            </a:lvl3pPr>
            <a:lvl4pPr>
              <a:defRPr sz="1600">
                <a:latin typeface="MetaNormal Roman "/>
              </a:defRPr>
            </a:lvl4pPr>
            <a:lvl5pPr>
              <a:defRPr sz="1600">
                <a:latin typeface="MetaNormal Roman 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9AF283-EFE5-E27D-0A64-ADBC4A6B894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243107"/>
            <a:ext cx="5181600" cy="4934388"/>
          </a:xfrm>
        </p:spPr>
        <p:txBody>
          <a:bodyPr>
            <a:normAutofit/>
          </a:bodyPr>
          <a:lstStyle>
            <a:lvl1pPr>
              <a:defRPr sz="2400">
                <a:latin typeface="MetaNormal Roman "/>
                <a:cs typeface="Lucida Sans Unicode" panose="020B0602030504020204" pitchFamily="34" charset="0"/>
              </a:defRPr>
            </a:lvl1pPr>
            <a:lvl2pPr>
              <a:defRPr sz="2000">
                <a:latin typeface="MetaNormal Roman "/>
              </a:defRPr>
            </a:lvl2pPr>
            <a:lvl3pPr>
              <a:defRPr sz="1800">
                <a:latin typeface="MetaNormal Roman "/>
              </a:defRPr>
            </a:lvl3pPr>
            <a:lvl4pPr>
              <a:defRPr sz="1600">
                <a:latin typeface="MetaNormal Roman "/>
              </a:defRPr>
            </a:lvl4pPr>
            <a:lvl5pPr>
              <a:defRPr sz="1600">
                <a:latin typeface="MetaNormal Roman "/>
              </a:defRPr>
            </a:lvl5pPr>
          </a:lstStyle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C0B546-8260-42DE-EB3F-16AE82ED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EA550-99B5-41D2-8600-F1FB1669770B}" type="datetime1">
              <a:rPr lang="en-US" noProof="0" smtClean="0"/>
              <a:t>10/6/2026</a:t>
            </a:fld>
            <a:endParaRPr lang="en-US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649DAE-70DD-2A64-8484-383FA692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</a:t>
            </a:r>
            <a:endParaRPr lang="en-US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6D7E113-2E51-D3C0-2D50-E006087F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0BA41-2116-4003-BC76-AB2EA894D397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670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6">
            <a:extLst>
              <a:ext uri="{FF2B5EF4-FFF2-40B4-BE49-F238E27FC236}">
                <a16:creationId xmlns:a16="http://schemas.microsoft.com/office/drawing/2014/main" id="{A5C1EAF8-AE16-4895-0964-A88C3FFF61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9" name="Immagine 6">
            <a:extLst>
              <a:ext uri="{FF2B5EF4-FFF2-40B4-BE49-F238E27FC236}">
                <a16:creationId xmlns:a16="http://schemas.microsoft.com/office/drawing/2014/main" id="{3465DCE2-2D4D-A3AC-887A-9DB7DD8B00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26F4FDE-EE09-E92C-1AC1-17F75A467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6442544"/>
            <a:ext cx="12192000" cy="41545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B8B6D3C-E318-CCAA-F680-F509B26F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737"/>
            <a:ext cx="10515600" cy="952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Title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608B63-CC02-B496-DDBF-1394AA890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5059"/>
            <a:ext cx="10515600" cy="4922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D3E411-CD4E-4DCE-9498-CB44C5CF8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31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fld id="{E19C8790-9558-4229-9CAB-EC9DD64A33DE}" type="datetime1">
              <a:rPr lang="en-US" smtClean="0"/>
              <a:pPr/>
              <a:t>10/6/2026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45C2C-BBF9-9F45-2A58-677C1150A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315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0D8809-166D-94CC-FFB0-149B690F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4831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52A0"/>
                </a:solidFill>
                <a:latin typeface="MetaNormal Roman "/>
              </a:defRPr>
            </a:lvl1pPr>
          </a:lstStyle>
          <a:p>
            <a:fld id="{1FF0BA41-2116-4003-BC76-AB2EA894D39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7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rgbClr val="0052A0"/>
          </a:solidFill>
          <a:latin typeface="MetaBold Roman"/>
          <a:ea typeface="+mj-ea"/>
          <a:cs typeface="Lucida Sans Unicode" panose="020B0602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ürzburg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A5A5"/>
      </a:accent1>
      <a:accent2>
        <a:srgbClr val="0052A0"/>
      </a:accent2>
      <a:accent3>
        <a:srgbClr val="5B9BD5"/>
      </a:accent3>
      <a:accent4>
        <a:srgbClr val="FFC000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_Theme">
      <a:majorFont>
        <a:latin typeface="MetaBold Roman"/>
        <a:ea typeface=""/>
        <a:cs typeface=""/>
      </a:majorFont>
      <a:minorFont>
        <a:latin typeface="MetaNormal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dirty="0" smtClean="0">
            <a:solidFill>
              <a:schemeClr val="bg2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.potm" id="{C22549A3-4E93-4260-8A1F-8112ED4F534C}" vid="{E28A70FD-40FC-4F92-959A-397F0044B5B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f1f106-d85f-437b-8732-ab5a89fe4b6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DC04E7073E08B4494D337A40FF7A8CF" ma:contentTypeVersion="9" ma:contentTypeDescription="Ein neues Dokument erstellen." ma:contentTypeScope="" ma:versionID="9116366a7707231f6829699883d8a2ec">
  <xsd:schema xmlns:xsd="http://www.w3.org/2001/XMLSchema" xmlns:xs="http://www.w3.org/2001/XMLSchema" xmlns:p="http://schemas.microsoft.com/office/2006/metadata/properties" xmlns:ns3="2bf1f106-d85f-437b-8732-ab5a89fe4b62" targetNamespace="http://schemas.microsoft.com/office/2006/metadata/properties" ma:root="true" ma:fieldsID="2a096b10c6aebdb7fc28f6d0e131e6d5" ns3:_="">
    <xsd:import namespace="2bf1f106-d85f-437b-8732-ab5a89fe4b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1f106-d85f-437b-8732-ab5a89fe4b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80C073-3D41-45CF-8462-BF6FE1E440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63803-F48E-4F10-A811-CB97D9277B35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2bf1f106-d85f-437b-8732-ab5a89fe4b6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61EA971-2054-4B5E-AA32-B416F7BA1C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f1f106-d85f-437b-8732-ab5a89fe4b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Wü_Slider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6" baseType="lpstr">
      <vt:lpstr>Aptos</vt:lpstr>
      <vt:lpstr>Arial</vt:lpstr>
      <vt:lpstr>MetaBold Roman</vt:lpstr>
      <vt:lpstr>MetaNormal Roman</vt:lpstr>
      <vt:lpstr>MetaNormal Roman </vt:lpstr>
      <vt:lpstr>Würzburg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Alessia Bogoni</dc:creator>
  <cp:lastModifiedBy>Alessia Bogoni</cp:lastModifiedBy>
  <cp:revision>2</cp:revision>
  <dcterms:created xsi:type="dcterms:W3CDTF">2026-10-06T15:47:27Z</dcterms:created>
  <dcterms:modified xsi:type="dcterms:W3CDTF">2026-10-06T15:50:08Z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0x010100EDC04E7073E08B4494D337A40FF7A8CF</vt:lpwstr>
  </property>
</Properties>
</file>